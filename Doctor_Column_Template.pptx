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6F6964-FC5C-496F-BF6F-12969DF09800}" v="9" dt="2025-06-29T08:41:19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tanjali Saxena" userId="d135ca8b3ceb56cd" providerId="LiveId" clId="{746F6964-FC5C-496F-BF6F-12969DF09800}"/>
    <pc:docChg chg="undo custSel modSld">
      <pc:chgData name="Gitanjali Saxena" userId="d135ca8b3ceb56cd" providerId="LiveId" clId="{746F6964-FC5C-496F-BF6F-12969DF09800}" dt="2025-06-29T08:44:39.444" v="137" actId="14100"/>
      <pc:docMkLst>
        <pc:docMk/>
      </pc:docMkLst>
      <pc:sldChg chg="addSp delSp modSp mod">
        <pc:chgData name="Gitanjali Saxena" userId="d135ca8b3ceb56cd" providerId="LiveId" clId="{746F6964-FC5C-496F-BF6F-12969DF09800}" dt="2025-06-29T08:44:39.444" v="137" actId="14100"/>
        <pc:sldMkLst>
          <pc:docMk/>
          <pc:sldMk cId="1144307950" sldId="256"/>
        </pc:sldMkLst>
        <pc:spChg chg="mod">
          <ac:chgData name="Gitanjali Saxena" userId="d135ca8b3ceb56cd" providerId="LiveId" clId="{746F6964-FC5C-496F-BF6F-12969DF09800}" dt="2025-06-29T08:37:22.947" v="106" actId="13926"/>
          <ac:spMkLst>
            <pc:docMk/>
            <pc:sldMk cId="1144307950" sldId="256"/>
            <ac:spMk id="3" creationId="{96913391-2CC1-8423-582F-EF9692F2162E}"/>
          </ac:spMkLst>
        </pc:spChg>
        <pc:spChg chg="mod">
          <ac:chgData name="Gitanjali Saxena" userId="d135ca8b3ceb56cd" providerId="LiveId" clId="{746F6964-FC5C-496F-BF6F-12969DF09800}" dt="2025-06-29T08:44:19.177" v="135" actId="2711"/>
          <ac:spMkLst>
            <pc:docMk/>
            <pc:sldMk cId="1144307950" sldId="256"/>
            <ac:spMk id="14" creationId="{C3C5727D-9F61-BFF3-9A2C-1D7C59322BB8}"/>
          </ac:spMkLst>
        </pc:spChg>
        <pc:grpChg chg="mod">
          <ac:chgData name="Gitanjali Saxena" userId="d135ca8b3ceb56cd" providerId="LiveId" clId="{746F6964-FC5C-496F-BF6F-12969DF09800}" dt="2025-06-29T08:34:08.154" v="91"/>
          <ac:grpSpMkLst>
            <pc:docMk/>
            <pc:sldMk cId="1144307950" sldId="256"/>
            <ac:grpSpMk id="7" creationId="{3738E8EA-6A0E-55C7-7965-235A3437FC4A}"/>
          </ac:grpSpMkLst>
        </pc:grpChg>
        <pc:grpChg chg="del mod">
          <ac:chgData name="Gitanjali Saxena" userId="d135ca8b3ceb56cd" providerId="LiveId" clId="{746F6964-FC5C-496F-BF6F-12969DF09800}" dt="2025-06-29T08:34:56.738" v="102"/>
          <ac:grpSpMkLst>
            <pc:docMk/>
            <pc:sldMk cId="1144307950" sldId="256"/>
            <ac:grpSpMk id="13" creationId="{25859FB7-00EC-D4C6-E03D-1FDB21AB3D1A}"/>
          </ac:grpSpMkLst>
        </pc:grpChg>
        <pc:grpChg chg="del mod">
          <ac:chgData name="Gitanjali Saxena" userId="d135ca8b3ceb56cd" providerId="LiveId" clId="{746F6964-FC5C-496F-BF6F-12969DF09800}" dt="2025-06-29T08:34:56.738" v="102"/>
          <ac:grpSpMkLst>
            <pc:docMk/>
            <pc:sldMk cId="1144307950" sldId="256"/>
            <ac:grpSpMk id="25" creationId="{3F13ADC7-A38E-3B74-BE64-2D8458577521}"/>
          </ac:grpSpMkLst>
        </pc:grpChg>
        <pc:grpChg chg="mod">
          <ac:chgData name="Gitanjali Saxena" userId="d135ca8b3ceb56cd" providerId="LiveId" clId="{746F6964-FC5C-496F-BF6F-12969DF09800}" dt="2025-06-29T08:34:56.738" v="102"/>
          <ac:grpSpMkLst>
            <pc:docMk/>
            <pc:sldMk cId="1144307950" sldId="256"/>
            <ac:grpSpMk id="29" creationId="{F2C674A2-88C9-94EE-73E2-B2BFE2779608}"/>
          </ac:grpSpMkLst>
        </pc:grpChg>
        <pc:picChg chg="mod ord">
          <ac:chgData name="Gitanjali Saxena" userId="d135ca8b3ceb56cd" providerId="LiveId" clId="{746F6964-FC5C-496F-BF6F-12969DF09800}" dt="2025-06-29T08:39:47.449" v="113" actId="14100"/>
          <ac:picMkLst>
            <pc:docMk/>
            <pc:sldMk cId="1144307950" sldId="256"/>
            <ac:picMk id="4" creationId="{57F3BB72-0B3F-9F20-D348-E031E97178B1}"/>
          </ac:picMkLst>
        </pc:picChg>
        <pc:picChg chg="mod">
          <ac:chgData name="Gitanjali Saxena" userId="d135ca8b3ceb56cd" providerId="LiveId" clId="{746F6964-FC5C-496F-BF6F-12969DF09800}" dt="2025-06-29T08:24:20.688" v="27" actId="14100"/>
          <ac:picMkLst>
            <pc:docMk/>
            <pc:sldMk cId="1144307950" sldId="256"/>
            <ac:picMk id="6" creationId="{5C1B2524-4CFE-BC90-553E-8F6A1634F86A}"/>
          </ac:picMkLst>
        </pc:picChg>
        <pc:picChg chg="mod ord">
          <ac:chgData name="Gitanjali Saxena" userId="d135ca8b3ceb56cd" providerId="LiveId" clId="{746F6964-FC5C-496F-BF6F-12969DF09800}" dt="2025-06-29T08:29:22.395" v="64" actId="166"/>
          <ac:picMkLst>
            <pc:docMk/>
            <pc:sldMk cId="1144307950" sldId="256"/>
            <ac:picMk id="8" creationId="{D61317C1-707B-82A9-59A5-F4137243D2CF}"/>
          </ac:picMkLst>
        </pc:picChg>
        <pc:picChg chg="mod">
          <ac:chgData name="Gitanjali Saxena" userId="d135ca8b3ceb56cd" providerId="LiveId" clId="{746F6964-FC5C-496F-BF6F-12969DF09800}" dt="2025-06-29T08:39:12.082" v="110" actId="1076"/>
          <ac:picMkLst>
            <pc:docMk/>
            <pc:sldMk cId="1144307950" sldId="256"/>
            <ac:picMk id="12" creationId="{11AD0FE1-671F-44D0-529C-FD86E21C5687}"/>
          </ac:picMkLst>
        </pc:picChg>
        <pc:picChg chg="mod ord">
          <ac:chgData name="Gitanjali Saxena" userId="d135ca8b3ceb56cd" providerId="LiveId" clId="{746F6964-FC5C-496F-BF6F-12969DF09800}" dt="2025-06-29T08:38:27.828" v="109" actId="167"/>
          <ac:picMkLst>
            <pc:docMk/>
            <pc:sldMk cId="1144307950" sldId="256"/>
            <ac:picMk id="17" creationId="{D2113647-F4E8-E545-9D24-7C71E0404E89}"/>
          </ac:picMkLst>
        </pc:picChg>
        <pc:picChg chg="mod">
          <ac:chgData name="Gitanjali Saxena" userId="d135ca8b3ceb56cd" providerId="LiveId" clId="{746F6964-FC5C-496F-BF6F-12969DF09800}" dt="2025-06-29T08:44:39.444" v="137" actId="14100"/>
          <ac:picMkLst>
            <pc:docMk/>
            <pc:sldMk cId="1144307950" sldId="256"/>
            <ac:picMk id="20" creationId="{33AB8635-7483-BFA5-7A22-697F703F3C60}"/>
          </ac:picMkLst>
        </pc:picChg>
        <pc:picChg chg="mod ord">
          <ac:chgData name="Gitanjali Saxena" userId="d135ca8b3ceb56cd" providerId="LiveId" clId="{746F6964-FC5C-496F-BF6F-12969DF09800}" dt="2025-06-29T08:28:47.249" v="61" actId="14100"/>
          <ac:picMkLst>
            <pc:docMk/>
            <pc:sldMk cId="1144307950" sldId="256"/>
            <ac:picMk id="22" creationId="{152D0AD7-E4C8-24D2-0903-66F3CA6D2D52}"/>
          </ac:picMkLst>
        </pc:picChg>
        <pc:picChg chg="mod ord">
          <ac:chgData name="Gitanjali Saxena" userId="d135ca8b3ceb56cd" providerId="LiveId" clId="{746F6964-FC5C-496F-BF6F-12969DF09800}" dt="2025-06-29T08:28:52.456" v="62" actId="14100"/>
          <ac:picMkLst>
            <pc:docMk/>
            <pc:sldMk cId="1144307950" sldId="256"/>
            <ac:picMk id="24" creationId="{D843E856-3BB3-E519-1DA3-23A9376AA1FF}"/>
          </ac:picMkLst>
        </pc:picChg>
        <pc:picChg chg="mod ord">
          <ac:chgData name="Gitanjali Saxena" userId="d135ca8b3ceb56cd" providerId="LiveId" clId="{746F6964-FC5C-496F-BF6F-12969DF09800}" dt="2025-06-29T08:25:15.862" v="36" actId="166"/>
          <ac:picMkLst>
            <pc:docMk/>
            <pc:sldMk cId="1144307950" sldId="256"/>
            <ac:picMk id="26" creationId="{F9933BFD-9058-D6C2-5876-658AFFC323D4}"/>
          </ac:picMkLst>
        </pc:picChg>
        <pc:picChg chg="mod">
          <ac:chgData name="Gitanjali Saxena" userId="d135ca8b3ceb56cd" providerId="LiveId" clId="{746F6964-FC5C-496F-BF6F-12969DF09800}" dt="2025-06-29T08:29:50.033" v="66" actId="14100"/>
          <ac:picMkLst>
            <pc:docMk/>
            <pc:sldMk cId="1144307950" sldId="256"/>
            <ac:picMk id="28" creationId="{1CF270DC-9919-4AC0-EFE2-57A65AE70888}"/>
          </ac:picMkLst>
        </pc:picChg>
        <pc:picChg chg="mod ord">
          <ac:chgData name="Gitanjali Saxena" userId="d135ca8b3ceb56cd" providerId="LiveId" clId="{746F6964-FC5C-496F-BF6F-12969DF09800}" dt="2025-06-29T08:36:06.135" v="105" actId="1076"/>
          <ac:picMkLst>
            <pc:docMk/>
            <pc:sldMk cId="1144307950" sldId="256"/>
            <ac:picMk id="30" creationId="{9BD1D988-2EC2-2422-490D-AB25BEF3A644}"/>
          </ac:picMkLst>
        </pc:picChg>
        <pc:picChg chg="add mod">
          <ac:chgData name="Gitanjali Saxena" userId="d135ca8b3ceb56cd" providerId="LiveId" clId="{746F6964-FC5C-496F-BF6F-12969DF09800}" dt="2025-06-29T08:44:19.865" v="136" actId="1076"/>
          <ac:picMkLst>
            <pc:docMk/>
            <pc:sldMk cId="1144307950" sldId="256"/>
            <ac:picMk id="32" creationId="{9FF6BEF1-6487-5CDD-1BCC-7422D8246DB8}"/>
          </ac:picMkLst>
        </pc:picChg>
        <pc:inkChg chg="add del mod">
          <ac:chgData name="Gitanjali Saxena" userId="d135ca8b3ceb56cd" providerId="LiveId" clId="{746F6964-FC5C-496F-BF6F-12969DF09800}" dt="2025-06-29T08:34:08.762" v="92" actId="9405"/>
          <ac:inkMkLst>
            <pc:docMk/>
            <pc:sldMk cId="1144307950" sldId="256"/>
            <ac:inkMk id="2" creationId="{10E9E9A0-25ED-459E-67B6-F16F3EDC8455}"/>
          </ac:inkMkLst>
        </pc:inkChg>
        <pc:inkChg chg="add del mod">
          <ac:chgData name="Gitanjali Saxena" userId="d135ca8b3ceb56cd" providerId="LiveId" clId="{746F6964-FC5C-496F-BF6F-12969DF09800}" dt="2025-06-29T08:34:08.154" v="91"/>
          <ac:inkMkLst>
            <pc:docMk/>
            <pc:sldMk cId="1144307950" sldId="256"/>
            <ac:inkMk id="5" creationId="{C9CA3B58-B775-AF4F-310F-E2086BFD0220}"/>
          </ac:inkMkLst>
        </pc:inkChg>
        <pc:inkChg chg="add del">
          <ac:chgData name="Gitanjali Saxena" userId="d135ca8b3ceb56cd" providerId="LiveId" clId="{746F6964-FC5C-496F-BF6F-12969DF09800}" dt="2025-06-29T08:34:07.609" v="89" actId="9405"/>
          <ac:inkMkLst>
            <pc:docMk/>
            <pc:sldMk cId="1144307950" sldId="256"/>
            <ac:inkMk id="9" creationId="{2D1DDE72-089A-F9BC-B69F-1F72563A7AAD}"/>
          </ac:inkMkLst>
        </pc:inkChg>
        <pc:inkChg chg="add mod">
          <ac:chgData name="Gitanjali Saxena" userId="d135ca8b3ceb56cd" providerId="LiveId" clId="{746F6964-FC5C-496F-BF6F-12969DF09800}" dt="2025-06-29T08:34:56.738" v="102"/>
          <ac:inkMkLst>
            <pc:docMk/>
            <pc:sldMk cId="1144307950" sldId="256"/>
            <ac:inkMk id="10" creationId="{280D443E-A192-5899-DF69-D01747CC526C}"/>
          </ac:inkMkLst>
        </pc:inkChg>
        <pc:inkChg chg="add mod">
          <ac:chgData name="Gitanjali Saxena" userId="d135ca8b3ceb56cd" providerId="LiveId" clId="{746F6964-FC5C-496F-BF6F-12969DF09800}" dt="2025-06-29T08:34:56.738" v="102"/>
          <ac:inkMkLst>
            <pc:docMk/>
            <pc:sldMk cId="1144307950" sldId="256"/>
            <ac:inkMk id="11" creationId="{254CA76A-063E-0DFC-7D72-BBB2A0B7C21D}"/>
          </ac:inkMkLst>
        </pc:inkChg>
        <pc:inkChg chg="add del">
          <ac:chgData name="Gitanjali Saxena" userId="d135ca8b3ceb56cd" providerId="LiveId" clId="{746F6964-FC5C-496F-BF6F-12969DF09800}" dt="2025-06-29T08:34:43.258" v="97"/>
          <ac:inkMkLst>
            <pc:docMk/>
            <pc:sldMk cId="1144307950" sldId="256"/>
            <ac:inkMk id="15" creationId="{291C596C-8CA1-EA8A-804F-88E85E956993}"/>
          </ac:inkMkLst>
        </pc:inkChg>
        <pc:inkChg chg="add del">
          <ac:chgData name="Gitanjali Saxena" userId="d135ca8b3ceb56cd" providerId="LiveId" clId="{746F6964-FC5C-496F-BF6F-12969DF09800}" dt="2025-06-29T08:35:22.851" v="103"/>
          <ac:inkMkLst>
            <pc:docMk/>
            <pc:sldMk cId="1144307950" sldId="256"/>
            <ac:inkMk id="19" creationId="{D6985EEA-E131-4784-6A50-5F5CFBDC8273}"/>
          </ac:inkMkLst>
        </pc:inkChg>
        <pc:inkChg chg="add mod">
          <ac:chgData name="Gitanjali Saxena" userId="d135ca8b3ceb56cd" providerId="LiveId" clId="{746F6964-FC5C-496F-BF6F-12969DF09800}" dt="2025-06-29T08:34:56.738" v="102"/>
          <ac:inkMkLst>
            <pc:docMk/>
            <pc:sldMk cId="1144307950" sldId="256"/>
            <ac:inkMk id="21" creationId="{96F736EB-88B2-BAD3-C64E-D6CDF253F9CB}"/>
          </ac:inkMkLst>
        </pc:inkChg>
        <pc:inkChg chg="add mod">
          <ac:chgData name="Gitanjali Saxena" userId="d135ca8b3ceb56cd" providerId="LiveId" clId="{746F6964-FC5C-496F-BF6F-12969DF09800}" dt="2025-06-29T08:34:56.738" v="102"/>
          <ac:inkMkLst>
            <pc:docMk/>
            <pc:sldMk cId="1144307950" sldId="256"/>
            <ac:inkMk id="23" creationId="{AE351BB1-D365-17E9-87F3-72B253770C67}"/>
          </ac:inkMkLst>
        </pc:inkChg>
        <pc:inkChg chg="add mod">
          <ac:chgData name="Gitanjali Saxena" userId="d135ca8b3ceb56cd" providerId="LiveId" clId="{746F6964-FC5C-496F-BF6F-12969DF09800}" dt="2025-06-29T08:34:56.738" v="102"/>
          <ac:inkMkLst>
            <pc:docMk/>
            <pc:sldMk cId="1144307950" sldId="256"/>
            <ac:inkMk id="27" creationId="{D245DB65-16C6-C393-1BDB-3177AF37A8D4}"/>
          </ac:inkMkLst>
        </pc:inkChg>
        <pc:inkChg chg="add mod">
          <ac:chgData name="Gitanjali Saxena" userId="d135ca8b3ceb56cd" providerId="LiveId" clId="{746F6964-FC5C-496F-BF6F-12969DF09800}" dt="2025-06-29T08:35:36.634" v="104" actId="1076"/>
          <ac:inkMkLst>
            <pc:docMk/>
            <pc:sldMk cId="1144307950" sldId="256"/>
            <ac:inkMk id="31" creationId="{DABE6FB4-F348-4FC8-5CB6-A02CDC6904B3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9T08:35:22.85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7993.92432"/>
      <inkml:brushProperty name="anchorY" value="-697.2265"/>
      <inkml:brushProperty name="scaleFactor" value="0.5"/>
    </inkml:brush>
  </inkml:definitions>
  <inkml:trace contextRef="#ctx0" brushRef="#br0">1728 576 24575,'-1676'-559'0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9T08:34:40.037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2969.69604"/>
      <inkml:brushProperty name="anchorY" value="741.91693"/>
      <inkml:brushProperty name="scaleFactor" value="0.5"/>
    </inkml:brush>
  </inkml:definitions>
  <inkml:trace contextRef="#ctx0" brushRef="#br0">1 138 24575,'0'0'0,"4"0"0,13 5 0,20 11 0,20 0 0,19 4 0,25 3 0,25 6 0,6-3 0,11 6 0,7-1 0,-1 5 0,-8-6 0,6-2 0,-3-1 0,-3-6 0,3-1 0,-13-5 0,2 6 0,19-4 0,16-3 0,16-4 0,12-3 0,24-4 0,11-2 0,13 0 0,-1-7 0,-1-6 0,-1-15 0,-23 0 0,-17 3 0,-28 5 0,-35 6 0,-29 5 0,-31 5 0,-17 1 0,-17 3 0,-10-1 0,-7 2 0,-3-1 0,-2-6 0,1 1 0,0-1 0,1-5 0,1 2 0,-5-5 0,0 2 0,6 2 0,12 3 0,7 1 0,5-2 0,3 0 0,-4 2 0,-4 1 0,-7 1 0,1-4 0,2-9 0,2-6 0,9-8 0,2-4 0,-3 1 0,-5 5 0,-7 2 0,-4 2 0,-5 0 0,-2 0 0,-2-1 0,-6 5 0,-5 0 0,-6 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9T08:34:41.368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469.65527"/>
      <inkml:brushProperty name="anchorY" value="-390.4736"/>
      <inkml:brushProperty name="scaleFactor" value="0.5"/>
    </inkml:brush>
  </inkml:definitions>
  <inkml:trace contextRef="#ctx0" brushRef="#br0">1206 0 24575,'0'0'0,"-4"0"0,-8 16 0,-19 21 0,-16 21 0,-14 20 0,-10 13 0,-11 15 0,-4 5 0,-12 8 0,1 5 0,7-12 0,4-4 0,9-13 0,8-14 0,7-5 0,10-20 0,14 0 0,8-15 0,10-7 0,2-6 0,2 3 0,3 4 0,-2-1 0,-2-5 0,3-8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9T08:34:50.002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5047.97705"/>
      <inkml:brushProperty name="anchorY" value="1142.8728"/>
      <inkml:brushProperty name="scaleFactor" value="0.5"/>
    </inkml:brush>
  </inkml:definitions>
  <inkml:trace contextRef="#ctx0" brushRef="#br0">1204 0 24575,'0'0'0,"-5"0"0,-6 0 0,-10 0 0,-5 0 0,-8 0 0,-7 0 0,0 0 0,2 0 0,3 0 0,-2 0 0,3 5 0,1 1 0,3-1 0,2-1 0,-4 5 0,1-2 0,0 0 0,7 3 0,2 4 0,-15 9 0,-1 4 0,-5 2 0,-4 1 0,-3-1 0,10 0 0,4-6 0,-5 9 0,3 1 0,-9 5 0,-2 9 0,-3 0 0,-6 2 0,10-9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9T08:34:52.30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2573.98389"/>
      <inkml:brushProperty name="anchorY" value="1870.00537"/>
      <inkml:brushProperty name="scaleFactor" value="0.5"/>
    </inkml:brush>
  </inkml:definitions>
  <inkml:trace contextRef="#ctx0" brushRef="#br0">186 117 24575,'0'0'0,"-4"-4"0,-8-8 0,-4 2 0,-4-6 0,-9 3 0,-2-2 0,4-4 0,1 4 0,6 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9T08:34:55.710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118.49438"/>
      <inkml:brushProperty name="anchorY" value="3256.43579"/>
      <inkml:brushProperty name="scaleFactor" value="0.5"/>
    </inkml:brush>
  </inkml:definitions>
  <inkml:trace contextRef="#ctx0" brushRef="#br0">1 77 24575,'0'0'0,"4"0"0,7-5 0,5 0 0,5-11 0,2 1 0,8-4 0,-4 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243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80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320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203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001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78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29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86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06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55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014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342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19" r:id="rId6"/>
    <p:sldLayoutId id="2147483715" r:id="rId7"/>
    <p:sldLayoutId id="2147483716" r:id="rId8"/>
    <p:sldLayoutId id="2147483717" r:id="rId9"/>
    <p:sldLayoutId id="2147483718" r:id="rId10"/>
    <p:sldLayoutId id="214748372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customXml" Target="../ink/ink1.xml"/><Relationship Id="rId18" Type="http://schemas.openxmlformats.org/officeDocument/2006/relationships/image" Target="../media/image14.png"/><Relationship Id="rId3" Type="http://schemas.openxmlformats.org/officeDocument/2006/relationships/image" Target="../media/image2.jpg"/><Relationship Id="rId21" Type="http://schemas.openxmlformats.org/officeDocument/2006/relationships/customXml" Target="../ink/ink5.xml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17" Type="http://schemas.openxmlformats.org/officeDocument/2006/relationships/customXml" Target="../ink/ink3.xml"/><Relationship Id="rId2" Type="http://schemas.openxmlformats.org/officeDocument/2006/relationships/image" Target="../media/image1.jpg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24" Type="http://schemas.openxmlformats.org/officeDocument/2006/relationships/image" Target="../media/image17.png"/><Relationship Id="rId5" Type="http://schemas.openxmlformats.org/officeDocument/2006/relationships/image" Target="../media/image4.jpg"/><Relationship Id="rId15" Type="http://schemas.openxmlformats.org/officeDocument/2006/relationships/customXml" Target="../ink/ink2.xml"/><Relationship Id="rId23" Type="http://schemas.openxmlformats.org/officeDocument/2006/relationships/customXml" Target="../ink/ink6.xml"/><Relationship Id="rId10" Type="http://schemas.openxmlformats.org/officeDocument/2006/relationships/image" Target="../media/image9.jpeg"/><Relationship Id="rId19" Type="http://schemas.openxmlformats.org/officeDocument/2006/relationships/customXml" Target="../ink/ink4.xml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2.png"/><Relationship Id="rId2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913391-2CC1-8423-582F-EF9692F21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81156" y="5349656"/>
            <a:ext cx="3993004" cy="1267119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00FF00"/>
                </a:highlight>
                <a:latin typeface="Algerian" panose="04020705040A02060702" pitchFamily="82" charset="0"/>
              </a:rPr>
              <a:t>Towards the Healthier Tomorrow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00FF00"/>
                </a:highlight>
                <a:latin typeface="Algerian" panose="04020705040A02060702" pitchFamily="82" charset="0"/>
              </a:rPr>
              <a:t>Let’s Navigate ….Inside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60299" y="4789617"/>
            <a:ext cx="1704841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ollage of different herbs and flowers&#10;&#10;AI-generated content may be incorrect.">
            <a:extLst>
              <a:ext uri="{FF2B5EF4-FFF2-40B4-BE49-F238E27FC236}">
                <a16:creationId xmlns:a16="http://schemas.microsoft.com/office/drawing/2014/main" id="{5C1B2524-4CFE-BC90-553E-8F6A1634F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40" y="2596522"/>
            <a:ext cx="2562520" cy="4121974"/>
          </a:xfrm>
          <a:prstGeom prst="rect">
            <a:avLst/>
          </a:prstGeom>
        </p:spPr>
      </p:pic>
      <p:pic>
        <p:nvPicPr>
          <p:cNvPr id="12" name="Picture 11" descr="A stethoscope on a book&#10;&#10;AI-generated content may be incorrect.">
            <a:extLst>
              <a:ext uri="{FF2B5EF4-FFF2-40B4-BE49-F238E27FC236}">
                <a16:creationId xmlns:a16="http://schemas.microsoft.com/office/drawing/2014/main" id="{11AD0FE1-671F-44D0-529C-FD86E21C56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111" y="5008606"/>
            <a:ext cx="2438400" cy="1828800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C3C5727D-9F61-BFF3-9A2C-1D7C59322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06510" y="4789617"/>
            <a:ext cx="3967650" cy="725178"/>
          </a:xfrm>
        </p:spPr>
        <p:txBody>
          <a:bodyPr>
            <a:normAutofit fontScale="90000"/>
          </a:bodyPr>
          <a:lstStyle/>
          <a:p>
            <a:br>
              <a:rPr lang="en-US" sz="1600" dirty="0"/>
            </a:br>
            <a:r>
              <a:rPr 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en-US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Healthy lifestyle not only  changes your body, </a:t>
            </a:r>
            <a:br>
              <a:rPr lang="en-US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It changes your mind, your attitude and mood</a:t>
            </a:r>
            <a:endParaRPr lang="en-US" sz="1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7" name="Picture 16" descr="A group of fruits with text&#10;&#10;AI-generated content may be incorrect.">
            <a:extLst>
              <a:ext uri="{FF2B5EF4-FFF2-40B4-BE49-F238E27FC236}">
                <a16:creationId xmlns:a16="http://schemas.microsoft.com/office/drawing/2014/main" id="{D2113647-F4E8-E545-9D24-7C71E0404E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360" y="4909956"/>
            <a:ext cx="2587751" cy="18085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3AB8635-7483-BFA5-7A22-697F703F3C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179" y="2652689"/>
            <a:ext cx="3623384" cy="237364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CF270DC-9919-4AC0-EFE2-57A65AE708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1806" y="344940"/>
            <a:ext cx="2992354" cy="1993656"/>
          </a:xfrm>
          <a:prstGeom prst="rect">
            <a:avLst/>
          </a:prstGeom>
        </p:spPr>
      </p:pic>
      <p:pic>
        <p:nvPicPr>
          <p:cNvPr id="26" name="Picture 25" descr="A silhouette of a person sitting on a ledge with their hands raised&#10;&#10;AI-generated content may be incorrect.">
            <a:extLst>
              <a:ext uri="{FF2B5EF4-FFF2-40B4-BE49-F238E27FC236}">
                <a16:creationId xmlns:a16="http://schemas.microsoft.com/office/drawing/2014/main" id="{F9933BFD-9058-D6C2-5876-658AFFC323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40" y="344940"/>
            <a:ext cx="5661356" cy="2636796"/>
          </a:xfrm>
          <a:prstGeom prst="rect">
            <a:avLst/>
          </a:prstGeom>
        </p:spPr>
      </p:pic>
      <p:pic>
        <p:nvPicPr>
          <p:cNvPr id="22" name="Picture 21" descr="A group of women doing yoga&#10;&#10;AI-generated content may be incorrect.">
            <a:extLst>
              <a:ext uri="{FF2B5EF4-FFF2-40B4-BE49-F238E27FC236}">
                <a16:creationId xmlns:a16="http://schemas.microsoft.com/office/drawing/2014/main" id="{152D0AD7-E4C8-24D2-0903-66F3CA6D2D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88" y="631051"/>
            <a:ext cx="1744503" cy="1744503"/>
          </a:xfrm>
          <a:prstGeom prst="rect">
            <a:avLst/>
          </a:prstGeom>
        </p:spPr>
      </p:pic>
      <p:pic>
        <p:nvPicPr>
          <p:cNvPr id="24" name="Picture 23" descr="A logo of a sun with people in the center&#10;&#10;AI-generated content may be incorrect.">
            <a:extLst>
              <a:ext uri="{FF2B5EF4-FFF2-40B4-BE49-F238E27FC236}">
                <a16:creationId xmlns:a16="http://schemas.microsoft.com/office/drawing/2014/main" id="{D843E856-3BB3-E519-1DA3-23A9376AA1F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660" y="599906"/>
            <a:ext cx="1622326" cy="1622326"/>
          </a:xfrm>
          <a:prstGeom prst="rect">
            <a:avLst/>
          </a:prstGeom>
        </p:spPr>
      </p:pic>
      <p:pic>
        <p:nvPicPr>
          <p:cNvPr id="4" name="Picture 3" descr="Colorized light photo effects">
            <a:extLst>
              <a:ext uri="{FF2B5EF4-FFF2-40B4-BE49-F238E27FC236}">
                <a16:creationId xmlns:a16="http://schemas.microsoft.com/office/drawing/2014/main" id="{57F3BB72-0B3F-9F20-D348-E031E97178B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5656" r="26881" b="-1"/>
          <a:stretch>
            <a:fillRect/>
          </a:stretch>
        </p:blipFill>
        <p:spPr>
          <a:xfrm>
            <a:off x="8934654" y="2307779"/>
            <a:ext cx="2939506" cy="2700827"/>
          </a:xfrm>
          <a:prstGeom prst="rect">
            <a:avLst/>
          </a:prstGeom>
        </p:spPr>
      </p:pic>
      <p:pic>
        <p:nvPicPr>
          <p:cNvPr id="8" name="Picture 7" descr="A group of hands forming a star with a flower in the background&#10;&#10;AI-generated content may be incorrect.">
            <a:extLst>
              <a:ext uri="{FF2B5EF4-FFF2-40B4-BE49-F238E27FC236}">
                <a16:creationId xmlns:a16="http://schemas.microsoft.com/office/drawing/2014/main" id="{D61317C1-707B-82A9-59A5-F4137243D2C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6696" y="344940"/>
            <a:ext cx="3437304" cy="3437304"/>
          </a:xfrm>
          <a:prstGeom prst="rect">
            <a:avLst/>
          </a:prstGeom>
        </p:spPr>
      </p:pic>
      <p:pic>
        <p:nvPicPr>
          <p:cNvPr id="30" name="Picture 29" descr="A child wearing a mask&#10;&#10;AI-generated content may be incorrect.">
            <a:extLst>
              <a:ext uri="{FF2B5EF4-FFF2-40B4-BE49-F238E27FC236}">
                <a16:creationId xmlns:a16="http://schemas.microsoft.com/office/drawing/2014/main" id="{9BD1D988-2EC2-2422-490D-AB25BEF3A64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8723" y="3048205"/>
            <a:ext cx="1256348" cy="167513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ABE6FB4-F348-4FC8-5CB6-A02CDC6904B3}"/>
                  </a:ext>
                </a:extLst>
              </p14:cNvPr>
              <p14:cNvContentPartPr/>
              <p14:nvPr/>
            </p14:nvContentPartPr>
            <p14:xfrm>
              <a:off x="11160178" y="5615091"/>
              <a:ext cx="603720" cy="2016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ABE6FB4-F348-4FC8-5CB6-A02CDC6904B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097178" y="5552091"/>
                <a:ext cx="729360" cy="32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F2C674A2-88C9-94EE-73E2-B2BFE2779608}"/>
              </a:ext>
            </a:extLst>
          </p:cNvPr>
          <p:cNvGrpSpPr/>
          <p:nvPr/>
        </p:nvGrpSpPr>
        <p:grpSpPr>
          <a:xfrm>
            <a:off x="9323458" y="5816691"/>
            <a:ext cx="2498760" cy="586440"/>
            <a:chOff x="9323458" y="5816691"/>
            <a:chExt cx="2498760" cy="5864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80D443E-A192-5899-DF69-D01747CC526C}"/>
                    </a:ext>
                  </a:extLst>
                </p14:cNvPr>
                <p14:cNvContentPartPr/>
                <p14:nvPr/>
              </p14:nvContentPartPr>
              <p14:xfrm>
                <a:off x="9520738" y="5842251"/>
                <a:ext cx="2243160" cy="211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80D443E-A192-5899-DF69-D01747CC526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458098" y="5779251"/>
                  <a:ext cx="23688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54CA76A-063E-0DFC-7D72-BBB2A0B7C21D}"/>
                    </a:ext>
                  </a:extLst>
                </p14:cNvPr>
                <p14:cNvContentPartPr/>
                <p14:nvPr/>
              </p14:nvContentPartPr>
              <p14:xfrm>
                <a:off x="11330458" y="5835051"/>
                <a:ext cx="434520" cy="568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54CA76A-063E-0DFC-7D72-BBB2A0B7C21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267458" y="5772051"/>
                  <a:ext cx="56016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6F736EB-88B2-BAD3-C64E-D6CDF253F9CB}"/>
                    </a:ext>
                  </a:extLst>
                </p14:cNvPr>
                <p14:cNvContentPartPr/>
                <p14:nvPr/>
              </p14:nvContentPartPr>
              <p14:xfrm>
                <a:off x="9323458" y="5976531"/>
                <a:ext cx="433800" cy="195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6F736EB-88B2-BAD3-C64E-D6CDF253F9C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260458" y="5913531"/>
                  <a:ext cx="5594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E351BB1-D365-17E9-87F3-72B253770C67}"/>
                    </a:ext>
                  </a:extLst>
                </p14:cNvPr>
                <p14:cNvContentPartPr/>
                <p14:nvPr/>
              </p14:nvContentPartPr>
              <p14:xfrm>
                <a:off x="9444778" y="5830731"/>
                <a:ext cx="66960" cy="42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E351BB1-D365-17E9-87F3-72B253770C6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382138" y="5768091"/>
                  <a:ext cx="1926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245DB65-16C6-C393-1BDB-3177AF37A8D4}"/>
                    </a:ext>
                  </a:extLst>
                </p14:cNvPr>
                <p14:cNvContentPartPr/>
                <p14:nvPr/>
              </p14:nvContentPartPr>
              <p14:xfrm>
                <a:off x="11773978" y="5816691"/>
                <a:ext cx="48240" cy="27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245DB65-16C6-C393-1BDB-3177AF37A8D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711338" y="5754051"/>
                  <a:ext cx="173880" cy="1533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9FF6BEF1-6487-5CDD-1BCC-7422D8246D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134" y="3336997"/>
            <a:ext cx="2562520" cy="167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30795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29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Calisto MT</vt:lpstr>
      <vt:lpstr>Univers Condensed</vt:lpstr>
      <vt:lpstr>ChronicleVTI</vt:lpstr>
      <vt:lpstr>       Healthy lifestyle not only  changes your body,          It changes your mind, your attitude and mood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Gitanjali Saxena</dc:creator>
  <cp:lastModifiedBy>Gitanjali Saxena</cp:lastModifiedBy>
  <cp:revision>1</cp:revision>
  <dcterms:created xsi:type="dcterms:W3CDTF">2025-06-27T08:34:42Z</dcterms:created>
  <dcterms:modified xsi:type="dcterms:W3CDTF">2025-06-29T08:44:39Z</dcterms:modified>
</cp:coreProperties>
</file>